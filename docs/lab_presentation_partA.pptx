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Promise: by the end of Part A you can read any mechanistic-interpretability paper about VLMs. Part B (next time): our own experiment design and early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light. Ask who has used a VLM. The key phrase to plant: 'the image becomes tokens'.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MAP FOR THE WHOLE TALK. Every later figure is this pipeline with annotations.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Rookie checkpoint: 'the model reads the image like extra words'.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weakest listeners: vectors = lists of numbers; direction = weighted combination. Appendix has a slower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represented-vs-used distinction here, casually. It returns as the 'evidential ladder'.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colors are now installed. Quiz the room: point at a stage, ask what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option: run Qwen2.5-VL on one of our rendered stimuli here. GT is exact, so the failure is undeniable.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'privately captured': the images cannot be in training data. Scope carefully: MindEdit tasks bundle mental transformation, correspondence, scene updating AND depth — they show severe failure on metric/counterfactual spatial tasks; that metric precision is ONE component is OUR hypothesis, not the benchmark's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taxonomy is ours and structures the whole project — every question and probe target maps to exactly one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to mention verbally (from our deep-read): their depth ground truth comes from a monocular-depth pipeline, so some of the 7.4% could be label noise — one reason our stimuli use exact rendered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only, on purpose — this program is about the representational question, not the robot.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vote 1/2/3 before revealing. Their intuitions become the outline of Act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black-video number land in silence. This is the literature's clearest demonstration that accuracy answers a different question than 'did the model perceive'.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tape-measure detail is worth saying out loud — they physically measured objects to get GT that priors can't have memorized.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photos, 'far' objects are higher, smaller, occluded, denser-textured. Careful wording: these cues ARE the legitimate evidence monocular depth is inferred from — the risk is that a benchmark can be solved by ONE correlated cue without cue integration or generalization under decorrelation.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our validation set What'sUp-B (front/behind) is labeled 'proxy-confounded' — the confound is itself an experiment for our probes.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motivation for interpretability. Next act: the tools that can tell these stories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3 = decision 2's toolbox. Act 5 (Part B) = decision 1's stimuli.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microscopy for neural nets. And set expectations: the methods are simple — linear regression and copy-paste of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Observe→hypothesize, intervene→test. We'll do the top-left and both bottom-left cells in detail; the rest get honorable mentions.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slowly: freeze model, collect vectors, ridge regression, held-out R². The whole project's Figure 1 is 'this, at five stages'.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warnings are load-bearing for our design — each becomes a mandatory control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Foreshadow: the third control was invented in this project after a near-disaster. Detective story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probing (stated carefully): probing shows the target is linearly recoverable BY US; patching shows the site is causally CAPABLE of mediating the behavior under this intervention. Natural-use claims need specificity + mediation on top. Different rungs of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panel is OUR data — first appearance of our own results in the talk. Note the noise line: flat zero at every dose. 'In-distribution' cannot be proven, only stress-tested: we test for GROSS distribution shift via norm, neighborhood/distribution, and unrelated-behavior checks — these bound, not establish, in-distribution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to 90 seconds. The zero-ablation honesty check returns in Part B war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of Act 3. Every paper in Act 4 gets graded on this ladder; so will our own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Checkpoint: probe = linearly recoverable by us; patch/steer = causally capable under our intervention; ladder = what we may claim. Now the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Narrative: start at the ends (easiest to grasp), then the middle, then the two papers whose interpretations motivate different localization hypotheses.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PAPER FIG 1 here if desired (URL in citation). Mean-centering intuition: 'what changes when only position changes'.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honest wrinkle: our absolute swap rate is lower; our noise floor is 0% vs their 29.5%. Our intervention shows a positive signal-to-noise contrast, but its magnitude is NOT directly comparable with theirs — doses, noise construction, and selection differ. Nothing was 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wording warning is deliberate — we retracted a 'rank-3 therefore incapable' argument once. State it as an open empirical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Act 2: the same cues that can become correlated predictors in natural benchmarks are, here, the measurement target at the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'recoverable ≠ present-in-usable-form' discipline is why our design has an image-identifiability gate before any encoder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'Mask-pooled' will matter enormously in Part B (the position leak lives exactly there). Plant the term now, neutrally.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hypothesis 2's naive form — under their pooling, sites and protocol. A probe null never rules out nonlinear, distributed, or differently-sited information (Act 6 shows instrument caveats cut both ways). Also note: shape 1.00 is ACCURACY (classifier), not 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our claim: theirs is ONE region of the pipeline. The x=−0.09 is the reading at LM layers — where it became weak is unmeasured. Localizing that is the question our protocol is designed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in one line: edit ONE evidence channel in a real photo (swap the object, distort geometry, resize) and watch the metric answer. Behavioral counterfactuals — no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LoRA result also previews our S2 stage (method audit): fixes that improve scores without touching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surprises: (1) the code is DISTRIBUTED — background strips carry it, object tokens alone don't; (2) amplifying the probe direction corrects a substantial subset of errors on natural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they found an LM-side BACKUP mechanism that partially reconstructs ordering when the vision-derived signal is ablated — redundancy exists for ordinal; unknown for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If the audience holds one slide from Act 4, it's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framing (Design Rev 3): the two RESULTS are strictly compatible — different variables, methods, models. It is their INTERPRETATIONS that point at opposite ends. Say 'competing localization hypotheses', never 'they contradict each other'.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variable is CATEGORICAL (occlusion present/absent), their method is patching. Keep those qualifiers — they matter for reconciling with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variable IS continuous (like ours) but they stop at LM-input: exactly where Deccan says everything recovers. The two papers barely overlap in what they measured — which is why both can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Rev 3 framing: their INTERPRETATIONS compete; their results don't strictly conflict. We test which localization pattern holds for controlled depth — attribute interpretations to their authors; never assert a published contradiction.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Claim, pre-result form (Design Rev 3): a stage-wise, trivial-feature-controlled protocol for tracing object-specific depth — CONTINUOUS depth as probe target, ORDINAL ordering as behavioral anchor — across the functional chain including object-word sites, testing which localization pattern holds. 'First' waits for results + a fresh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discipline: 'becomes unavailable or unusable', never 'destroyed' — erased / recoded / detached / ignored / corrupted are five different mechanisms and the design distinguishes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their answers to the take-home question at the start of Part B — several will have reinvented probing or oracle injection, which is the best possible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" y="91440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" y="91440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91440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792224" y="91440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Depth Go?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metric spatial information inside vision-language models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seminar · Part A: the problem, the tools, and what the field knows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 ·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vision-language model actually is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of anatomy — everything later in this talk points at one of five places inside this machine.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VLM does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 image + a text question. Output: text.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you have used: GPT-5, Gemini, Qwen-VL, LLaVA — 'describe this photo', 'read this receipt', 'which object is closer?'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it is a language model that has been given eyes: the image is converted into vectors the language model can process in the same sequence as its text tokens.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is about one question type on which current VLM behavior is UNRELIABLE — especially when continuous depth magnitude is required — and finding WHERE inside the model the failure arises.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slide — no external claims.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Anatomy: three parts, one sequence</a:t>
            </a:r>
            <a:endParaRPr lang="en-US" sz="3000" dirty="0"/>
          </a:p>
        </p:txBody>
      </p:sp>
      <p:pic>
        <p:nvPicPr>
          <p:cNvPr id="10" name="Image 0" descr="assets/01_pipeline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713" y="1463040"/>
            <a:ext cx="9578095" cy="3474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12064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 (a ViT): image → a few hundred 'patch vectors'.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Projector: a small network that maps those vectors into the LM's word-vector space.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model: reads [visual tokens + question tokens] as ONE sequence and writes the answer. ⚠ This is a FUNCTIONAL abstraction — real VLMs bridge with projectors, mergers, resamplers, tiling, or token compression (why Part B maps stages per-architecture).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LLaVA-style VLMs (Liu et al. 2023, arXiv:2304.08485); the same broad functional decomposition applies to Qwen2.5-VL, InternVL, Gemma-3 — their concrete bridging modules differ.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'visual tokens' are</a:t>
            </a:r>
            <a:endParaRPr lang="en-US" sz="3000" dirty="0"/>
          </a:p>
        </p:txBody>
      </p:sp>
      <p:pic>
        <p:nvPicPr>
          <p:cNvPr id="10" name="Image 0" descr="assets/03_tok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926" y="1554480"/>
            <a:ext cx="8773668" cy="3474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120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does not see pixels. In LLaVA-1.5 it sees 576 vectors, each initially corresponding roughly to one image patch; other architectures merge, tile, or compress visual regions. All sit in the same sequence as the words.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any spatial answer must ultimately be supported by information carried by — or reconstructed from — these visual representations.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counts: LLaVA-1.5 (arXiv:2310.03744), 576 tokens at 336px; Qwen2.5-VL uses native-resolution variable counts.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'representation' is</a:t>
            </a:r>
            <a:endParaRPr lang="en-US" sz="3000" dirty="0"/>
          </a:p>
        </p:txBody>
      </p:sp>
      <p:pic>
        <p:nvPicPr>
          <p:cNvPr id="10" name="Image 0" descr="assets/04_repr_t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6492240" cy="29842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64592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token, at every layer, is a vector (thousands of numbers).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OPERATIONAL test for a depth-related representation: can depth be recovered from those vectors? That alone establishes DECODABILITY — not that the model itself reads or uses it (the distinction Act 3 formalizes).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picture: each dot is one hidden state; color = the object's true depth; the red arrow is a direction that carries it — the SIMPLEST case: depth may instead occupy a low-dimensional subspace or be nonlinearly recoverable.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'linear probe' will test in Act 3.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illustration (synthetic data, ours). Linear-representation background: Belinkov 2022, arXiv:2102.12452.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answers: next-token prediction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predicts one token at a time: P(next word | everything so far).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token is predicted from the final prompt-position hidden state through the vocabulary head; longer answers are generated autoregressively — one new hidden state per generated token.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answer can fail in two very different ways: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needed information never reached the late layers, OR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there, but the answer-writing computation does not use it.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that split in mind — it is the entire theme of this research.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autoregressive LM decoding — background.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 · THE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— you now know enough</a:t>
            </a:r>
            <a:endParaRPr lang="en-US" sz="3000" dirty="0"/>
          </a:p>
        </p:txBody>
      </p:sp>
      <p:pic>
        <p:nvPicPr>
          <p:cNvPr id="10" name="Image 0" descr="assets/02_sp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11430000" cy="2209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02336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name FIVE functional stages along this pipeline (colors stay fixed all talk).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is subtle: the hidden states of the words that NAME an object ('the cube'). We use 'binding' for the PROCESS by which a particular visual object's information becomes associated with those token positions — establishing that it happened takes causal evidence (Act 3).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on is one question: how far along this chain does DEPTH survive?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functional stages: our formulation (S1 design); binding-site concept from Kang et al., ICLR 2026, arXiv:2601.12626.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spatial relations, weak on spatial quantities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failure, then the numbers that show the behavioral pattern is systematic. Whether the models CAN'T measure internally is the open question, not the premise.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image, two questions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1F6E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92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cup to the left of the ball?"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confidently — models are near ceiling on this 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DEEE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is closer?" (ORDINAL)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closer?" (CONTINUOUS)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29260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variable — often answerable under familiar cue correlations. Continuous magnitude: much weaker, with systematic errors.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— ordinal vs continuous, kept distinct all talk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image. Same model. The colors green/orange mean qualitative/quantitative for the rest of the talk.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synthesis ACROSS studies — not a matched benchmark comparison: MindEdit-Bench arXiv:2607.00491; ReVSI arXiv:2604.24300; Kang et al. arXiv:2601.12626 (qualitative near ceiling).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systematic: models vs humans</a:t>
            </a:r>
            <a:endParaRPr lang="en-US" sz="3000" dirty="0"/>
          </a:p>
        </p:txBody>
      </p:sp>
      <p:pic>
        <p:nvPicPr>
          <p:cNvPr id="10" name="Image 0" descr="assets/06_asym_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675120" cy="38052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5240" y="182880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spatial editing tasks ('if the chair moved 1m left, what would be behind it?'):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8–31%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task-wise mean VLM accuracy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81–97%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majority-vote accuracy, same items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MindEdit-Bench, arXiv:2607.00491 — 120 privately captured indoor scenes (contamination control), 3-photo smartphone triplets.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'Spatial' is four different demands</a:t>
            </a:r>
            <a:endParaRPr lang="en-US" sz="3000" dirty="0"/>
          </a:p>
        </p:txBody>
      </p:sp>
      <p:pic>
        <p:nvPicPr>
          <p:cNvPr id="10" name="Image 0" descr="assets/07_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78" y="1645920"/>
            <a:ext cx="9870965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846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image permits is CONDITIONAL: ordinal depth is often constrained by monocular evidence; ratio depth needs geometric assumptions (calibration, support plane); absolute scale additionally needs a size prior. Our battery supplies these conditions by construction — and verifies them (identifiability gate, Part B).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results are broadly CONSISTENT with a precision-related difficulty gradient — but current benchmarks differ in format, scoring, and priors, so the ladder is not yet cleanly isolated. (One reason our battery exists: matched scenes, matched formats, all four levels.)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Taxonomy: our formulation (S1 design). Absolute-scale prior-contamination: ReVSI, arXiv:2604.24300.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benchmark, depth is the weakest axis</a:t>
            </a:r>
            <a:endParaRPr lang="en-US" sz="3000" dirty="0"/>
          </a:p>
        </p:txBody>
      </p:sp>
      <p:pic>
        <p:nvPicPr>
          <p:cNvPr id="10" name="Image 0" descr="assets/08_depth_lat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09360" cy="37349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737360"/>
            <a:ext cx="4434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benchmark, direction answers split by axis: left/right (lateral) vs near/far (depth).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Depth-only answers: 7.4%. Lateral-only: 18.0%.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errors are structured: wrong answers land in the ADJACENT 45° compass bin at 1.7× the random rate; 180° reversals at only 0.6×.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DISTRIBUTION retains coarse directional structure even when depth-axis answers are poor — a behavioral observation that motivates internal analysis (it cannot itself localize what is represented).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MindEdit-Bench, arXiv:2607.00491, §5.3.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anyone should care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/ embodied AI: 'reach behind the mug' requires metric geometry, not adjectives — but this motivation is SECONDARY for us.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systems also show spatial-instruction failures — whether they share the same internal mechanism is unknown — and their evaluation relies on VLM judges whose own spatial ability is unproven.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reason is primary: the qualitative–metric asymmetry is documented across several recent benchmarks but not mechanistically explained. It is a clean, open 'why' about the most widely deployed model family in the world.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documented across MindEdit-Bench 2607.00491, ReVSI 2604.24300, SD-VLM 2509.17664, Spatial Blindspot 2601.09954.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PHENOMENON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WHY does metric fail?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0"/>
              </a:spcAft>
              <a:buSzPct val="100000"/>
              <a:buChar char="•"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hypotheses a reasonable person would offer:</a:t>
            </a:r>
            <a:endParaRPr lang="en-US" sz="1650" dirty="0"/>
          </a:p>
          <a:p>
            <a:pPr marL="152400" indent="-1524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'It cannot SEE depth' — the visual system never extracts it.</a:t>
            </a:r>
            <a:endParaRPr lang="en-US" sz="1650" dirty="0"/>
          </a:p>
          <a:p>
            <a:pPr marL="152400" indent="-1524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'It cannot SAY numbers' — the info is inside, the verbal output mangles it.</a:t>
            </a:r>
            <a:endParaRPr lang="en-US" sz="1650" dirty="0"/>
          </a:p>
          <a:p>
            <a:pPr marL="152400" indent="-1524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'Something in between' — it is extracted, then becomes unusable somewhere along the pipeline.</a:t>
            </a:r>
            <a:endParaRPr lang="en-US" sz="1650" dirty="0"/>
          </a:p>
          <a:p>
            <a:pPr marL="152400" indent="-1524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candidate failure LOCI, not mutually exclusive global explanations — a real model may exhibit all three, varying by cue, quantity, and architecture. Spoiler: existing evidence makes complete cue blindness unlikely (1), and makes a purely final-verbalization account unlikely FOR TESTED QUALITATIVE relations (2) — neither result resolves continuous metric depth, which is where the open question lives.</a:t>
            </a:r>
            <a:endParaRPr lang="en-US" sz="1650" dirty="0"/>
          </a:p>
        </p:txBody>
      </p:sp>
      <p:pic>
        <p:nvPicPr>
          <p:cNvPr id="11" name="Image 0" descr="assets/02b_spine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391" y="4617720"/>
            <a:ext cx="7446738" cy="1783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against 1: DepthCues arXiv:2411.17385. Against 2 (for qualitative): Kang et al. arXiv:2601.12626. The middle: this talk.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score can come from different mechanisms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answers 'did the output match the label' — it cannot identify the mechanism that produced the answer. Two families of evidence, and why they force us to look inside.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A: high scores with NO image</a:t>
            </a:r>
            <a:endParaRPr lang="en-US" sz="3000" dirty="0"/>
          </a:p>
        </p:txBody>
      </p:sp>
      <p:pic>
        <p:nvPicPr>
          <p:cNvPr id="10" name="Image 0" descr="assets/09_black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583680" cy="35527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52360" y="1737360"/>
            <a:ext cx="4251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ReVSI's dummy-video control: replace the entire video with black frames, ask the same object-size questions.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barely move — much of the score is available WITHOUT visual evidence, via linguistic, category, or benchmark priors.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study: fine-tuned 'spatial' models score 0.0–0.9% on dummy videos — unlike the base models, these systems depend strongly on the visual input under this benchmark.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VSI-Bench counting: answering '2' every time scores 62%.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ReVSI, arXiv:2604.24300 — Table 6 (InternVL3.5-8B: 50.3, -38B: 48.6 MRA, black videos); Table 5 (Spatial-MLLM); Fig. 5 (62%).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'prior' is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mug is ~9 cm tall. A door is ~2 m. Chairs sit near tables. The model has read the internet: it KNOWS these without looking.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are not cheating — humans use them too. The problem is for MEASUREMENT: a benchmark score cannot tell prior from perception.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evidence that substantial performance is available from language-side priors alone: a text-only frontier LLM — no image input at all — beats every open VLM on in-the-wild metric size questions.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'the model estimated the size' often means 'the model recognized the object and recalled its typical size'.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Text-only-LLM result: Ill-Posed by Design, arXiv:2606.24335 (331 tape-measured in-the-wild queries, 70 photos).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B: natural images leak the answer</a:t>
            </a:r>
            <a:endParaRPr lang="en-US" sz="3000" dirty="0"/>
          </a:p>
        </p:txBody>
      </p:sp>
      <p:pic>
        <p:nvPicPr>
          <p:cNvPr id="10" name="Image 0" descr="assets/10_cue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9509760" cy="33697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Cue-correlation problem: Wang &amp; Gao arXiv:2605.07148 (z-shortcut); Why Far Looks Up arXiv:2605.30161 (vertical–distance entanglement); DepthCues arXiv:2411.17385 (cue inventory).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shortcut caught red-handed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Front/behind questions can be answered by IMAGE HEIGHT: on a tabletop, 'in front' ≈ 'lower in the picture'.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et al. found internal directions CONSISTENT with this height-proxy strategy: LLaVA's 'front/behind' directions are nearly identical to its 'above/below' directions (above≈front, below≈behind).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Far Looks Up: vertical position and distance are ENTANGLED in VLM representation space — an axis-specific defect (the horizontal axis is clean).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correct front/behind answer is not, BY ITSELF, evidence of an integrated depth representation.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et al., arXiv:2601.12626 §4.1/Fig.7 (LLaVA-1.5-7B); Why Far Looks Up, arXiv:2605.30161 (VD-entanglement, axis-specific).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wrong answers each have three stories</a:t>
            </a:r>
            <a:endParaRPr lang="en-US" sz="3000" dirty="0"/>
          </a:p>
        </p:txBody>
      </p:sp>
      <p:pic>
        <p:nvPicPr>
          <p:cNvPr id="10" name="Image 0" descr="assets/11_three_ex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78" y="1554480"/>
            <a:ext cx="10347883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3949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split into LATENT candidate explanations: not recoverable at earlier stages / recoverable but not transferred or used / used but distorted during answer generation. Accuracy sees none of this structure.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our framing (S1). Anchored arXiv:2606.06714 is evidence CONSISTENT WITH a decodable-but-not-faithfully-expressed case (LM interior unmeasured) — Act 4.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LIMITS OF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two design decisions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Control the inputs.</a:t>
            </a:r>
            <a:endParaRPr lang="en-US" sz="18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synthetic scenes with EXACT geometry where depth, image height, and apparent size vary independently — so no prespecified single cue should predict the target above the preregistered threshold (verified, not assumed). (Rendering enforces exact factorial control and ground-truth geometry at a scale natural data rarely provides.)</a:t>
            </a:r>
            <a:endParaRPr lang="en-US" sz="18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Look inside.</a:t>
            </a:r>
            <a:endParaRPr lang="en-US" sz="18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each stage of the pipeline knows, with probes and causal interventions — so prior reliance, single-cue prediction, and grounded geometric processing become empirically DISTINGUISHABLE under explicit controls (not perfectly identifiable — distinguishable).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our S1; controlled-stimulus philosophy shared with Why Far Looks Up 2605.30161, O3-D 2607.01503, Anchored 2606.06714.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interpretability 101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to open the model — the common methods, what each can and cannot conclude, and which ones this project uses.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mechanistic interpretability is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evaluation treats the model as a black box: inputs in, answers out, accuracy computed.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interpretability opens the box: it studies the INTERNAL activations and computations — what information is recoverable where, and which interventions alter behavior.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for us: the three explanations of Act 2 (perception / prior / shortcut) make DIFFERENT predictions about internals, even when they produce the same answer.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(also for us): internal measurements can lie in their own ways — every method below comes with its failure mode.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background: Belinkov 2022, arXiv:2102.12452 (probing); Hewitt &amp; Liang 2019, arXiv:1909.03368 (control tasks).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at a glance</a:t>
            </a:r>
            <a:endParaRPr lang="en-US" sz="3000" dirty="0"/>
          </a:p>
        </p:txBody>
      </p:sp>
      <p:pic>
        <p:nvPicPr>
          <p:cNvPr id="10" name="Image 0" descr="assets/17_methods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11155680" cy="37744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taxonomy: standard practice; see Belinkov 2022 (probing), and Kang et al. 2601.12626 / Cui et al. 2603.22278 for patching+steering in VLMs.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 — Linear probing</a:t>
            </a:r>
            <a:endParaRPr lang="en-US" sz="3000" dirty="0"/>
          </a:p>
        </p:txBody>
      </p:sp>
      <p:pic>
        <p:nvPicPr>
          <p:cNvPr id="10" name="Image 0" descr="assets/12_pr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91" y="1554480"/>
            <a:ext cx="9884298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349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LINEAR: a held-out linear probe shows the target is LINEARLY RECOVERABLE from that representation, under our sampling and controls — the weakest evidential tier, and the one comparable to prior work. 'Accessible to the model' needs more (the ladder, ahead).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methodology: Belinkov 2022, arXiv:2102.12452. Applied to VLM geometry: Wang &amp; Gao 2605.07148; Anchored 2606.06714.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probe does NOT tell you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success ≠ the model uses it.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is OUR readout, not the model's. Information can be decodable by us and ignored by the answer computation.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success ≠ the info is even about the image!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can read dataset regularities or trivially available features. Extreme case: 'decodability' that survives replacing the image with a blank — then it was prior, not grounding.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failure ≠ absence.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info is there non-linearly, or your probe/site choice is wrong. A null needs a demonstration that the instrument CAN register a positive.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Decodable ≠ grounded (blank-image arbiter): arXiv:2606.31257. Control tasks: Hewitt &amp; Liang 2019, arXiv:1909.03368. Mirage behavior: arXiv:2606.13870.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every measurement ships its null</a:t>
            </a:r>
            <a:endParaRPr lang="en-US" sz="3000" dirty="0"/>
          </a:p>
        </p:txBody>
      </p:sp>
      <p:pic>
        <p:nvPicPr>
          <p:cNvPr id="10" name="Image 0" descr="assets/16_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11155680" cy="35244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labels / selectivity: Hewitt &amp; Liang 2019, arXiv:1909.03368. Random-direction nulls: Cui et al. 2603.22278. Nuisance-feature baseline + incremental-value analysis: ours (Act 6 in Part B).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— Activation patching</a:t>
            </a:r>
            <a:endParaRPr lang="en-US" sz="3000" dirty="0"/>
          </a:p>
        </p:txBody>
      </p:sp>
      <p:pic>
        <p:nvPicPr>
          <p:cNvPr id="10" name="Image 0" descr="assets/13_p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11155680" cy="44913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in VLMs: Kang et al. 2601.12626 (mirror-swap); Cui et al. 2603.22278 (interchange interventions); Deccan 2605.20448 (causal tracing).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 — Steering (and why dose-response matters)</a:t>
            </a:r>
            <a:endParaRPr lang="en-US" sz="3000" dirty="0"/>
          </a:p>
        </p:txBody>
      </p:sp>
      <p:pic>
        <p:nvPicPr>
          <p:cNvPr id="10" name="Image 0" descr="assets/14_ste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929" y="1554480"/>
            <a:ext cx="8884222" cy="3611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349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monotone dose curve with a flat noise control is much harder to fake than a single 'it flipped' anecdote — provided the intervention stays in-distribution and passes norm-matched random-direction and semantic-specificity controls.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Kang et al. 2601.12626. Dose-response curve shown: our M3 reproduction (Qwen2.5-VL-7B: 10/23/31/43% at α=1/2/5/10; noise 0% at every dose).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Honorable mentions (know they exist)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analysis: 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answer token 'looks'. In VLM spatial reasoning: attention is misallocated by linguistic familiarity (AdaptVis), and spatial heads are sparse (&lt;1%), and ablating the identified head set substantially reduces performance on the tested tasks.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lens: 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intermediate layers with the final classifier — cheap map of when the answer forms.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 component and watch behavior. A CHANGE supports causal relevance; a NULL does not prove absence — redundant or distributed pathways compensate (Cui's LM backup mechanism is a live example). Separate, and ours: zero-ablate what you MEASURE, to prove the metric itself is responsive.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autoencoders: 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feature discovery — powerful, out of scope here.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AdaptVis: arXiv:2503.01773 (ICML 2025). Sparse spatial heads: Attention in Space, arXiv:2603.20662. SAEs for vision: arXiv:2605.24946.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grading scale: the evidential ladder</a:t>
            </a:r>
            <a:endParaRPr lang="en-US" sz="3000" dirty="0"/>
          </a:p>
        </p:txBody>
      </p:sp>
      <p:pic>
        <p:nvPicPr>
          <p:cNvPr id="10" name="Image 0" descr="assets/15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0881360" cy="36639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(five rungs): our program frame. The decodable/grounded gap is empirical — arXiv:2606.31257; the decodable/used gap — Anchored, arXiv:2606.06714.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INSTRUMENTS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uses</a:t>
            </a:r>
            <a:endParaRPr lang="en-US" sz="3000" dirty="0"/>
          </a:p>
        </p:txBody>
      </p:sp>
      <p:pic>
        <p:nvPicPr>
          <p:cNvPr id="10" name="Image 0" descr="assets/18_our_tool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05" y="1554480"/>
            <a:ext cx="1100671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70916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at all five stages (the decodability curve) → the correlational map.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+ a graded intervention along an INDEPENDENTLY validated depth-related direction, at the preregistered primary site → the causal test.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probe with shuffled-label + dumb-features + leak controls; every null with a positive control.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S1 design (research_proposal_spatial_binding.md §2.3, §2.5).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WHAT THE FIELD KNOWS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anchor papers and two competing localization hypotheses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paper gets the time it deserves. Watch the pipeline diagram — every paper measures a different part of it, and none measures all of it.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THE LITERATURE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map: who measured what, where</a:t>
            </a:r>
            <a:endParaRPr lang="en-US" sz="3000" dirty="0"/>
          </a:p>
        </p:txBody>
      </p:sp>
      <p:pic>
        <p:nvPicPr>
          <p:cNvPr id="10" name="Image 0" descr="assets/20_ancho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1554480"/>
            <a:ext cx="10656783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394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ENDPOINT results (green/red at the ends) + three constraints in the middle. Hold this map — each paper now gets its own slides.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DepthCues 2411.17385 · Wang &amp; Gao 2605.07148 · Kang 2601.12626 · Cui 2603.22278 · Ill-Posed 2606.24335.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KANG ET AL. (CALTECH, ICLR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1 · Kang et al. — the setup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does a VLM answer 'is A left of B?' — what internal object carries the relation?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place two objects on a 4×4 grid (controlled synthetic scenes); compute each position's 'spatial ID' = that position's activation minus the mean over all 16 cells.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11 VLMs up to 14B — LLaVA, LLaMA-3.2V, Qwen2/2.5-VL, Gemma, InternVL…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patch and steer those IDs to test them CAUSALLY.</a:t>
            </a:r>
            <a:endParaRPr lang="en-US" sz="1450" dirty="0"/>
          </a:p>
        </p:txBody>
      </p:sp>
      <p:pic>
        <p:nvPicPr>
          <p:cNvPr id="11" name="Image 0" descr="assets/21_kang_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5486400" cy="19833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Kang, Chen, Gkioxari, Perona — arXiv:2601.12626, ICLR 2026. Code: github.com/Raphoo/linear-mech-vlms. Paper Fig.1: arxiv.org/html/2601.12626v1/images/realistic_no_fm_full_process_with_grids_v2.drawio.png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KANG ET AL. (CALTECH, ICLR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et al. — what they found</a:t>
            </a:r>
            <a:endParaRPr lang="en-US" sz="3000" dirty="0"/>
          </a:p>
        </p:txBody>
      </p:sp>
      <p:pic>
        <p:nvPicPr>
          <p:cNvPr id="10" name="Image 0" descr="assets/22_kang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315200" cy="29819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0" y="169164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IDs are LOW-RANK: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rank-3 linear fit of the encoder's positional encodings explains them (R² 0.854–0.903).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localizes their influence to the object's WORD token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narrow band of middle LM layers (image early, object-word middle, text late) — which they INTERPRET as binding.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them flips beliefs: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64.4–64.6% vs 29.5% noise. Ours reproduces a positive target-direction vs matched-noise contrast (31.3% vs 0.0%).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arXiv:2601.12626 — Fig.2 (64.4%) / §3 text (64.6%) / App. Table 2 (rank-3 R²). Our reproduction: reports/m3_reproduction.md.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KANG ET AL. (CALTECH, ICLR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et al. — the two facts we build 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1 — internal IDs track qualitative answer correctness (their protocol).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verbal answers co-occur with wrong internal IDs (LLaVA &amp; LLaMA, Mann-Whitney): when the model said the wrong side, the internals were already wrong — arguing, FOR THE TESTED MODELS AND TASKS, against a purely final-verbalization explanation. (Scope: their models, stimuli, relation set — not a universal law.)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2 — nothing metric was ever tested.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distance, no depth, no trained probes. Their own loose end: LLaVA's front/behind collapses onto above/below — whether metric depth is latently present is flagged open.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experimental supervision and evaluation are DISCRETIZED to a 4×4 grid (IDs ≈ rank-3 under it) — the internal channel could still carry finer structure. Whether continuous precision survives at these sites is exactly our question — they never ask it.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arXiv:2601.12626 §4.1–4.2. ⚠ wording: rank-3 ≠ 'incapable of precision' — 3 continuous dims can carry arbitrary precision; the discretized supervision MOTIVATES H2 without supporting or proving it (compatible with ordinal-only AND continuous-sampled codes).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DEPTHCUES (CVPR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2 · DepthCues — the input endpoint</a:t>
            </a:r>
            <a:endParaRPr lang="en-US" sz="3000" dirty="0"/>
          </a:p>
        </p:txBody>
      </p:sp>
      <p:pic>
        <p:nvPicPr>
          <p:cNvPr id="10" name="Image 0" descr="assets/23_depthc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11155680" cy="34649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0292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monocular cues humans use for depth — psychology's inventory, turned into six probing tasks over VISION ENCODERS.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DepthCues, arXiv:2411.17385 (CVPR 2025) — elevation, light &amp; shadow, occlusion, perspective, size, texture gradient; 20 pre-trained vision models.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DEPTHCUES (CVPR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DepthCues — result, stated carefully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six depth cues are DECODABLE from modern vision encoders (20 models: DINOv2, CLIP, StableDiffusion, DepthAnything…), and cue-probing performance correlates with depth-estimation quality.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Precision matters — bottom rung of the ladder: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depth-RELATED information is RECOVERABLE from encoders by a trained probe. It does not show 'the metric signal exists' there in usable form, and says nothing about the VLM pipeline after the encoder.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 metric depth IS extractable from VLMs after fine-tuning (DepthLM) — but fine-tuning can CREATE or reorganize a representation, so this constrains 'absent' claims only weakly.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INPUT ENDPOINT, weak form: complete cue blindness is unlikely — but this does NOT establish an integrated or metric depth representation, nor anything past the encoder.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arXiv:2411.17385 (no single headline correlation coefficient is given — stated qualitatively, per the paper). DepthLM: ICLR 2026 (metric depth via fine-tuned prompt/head).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WANG &amp; GAO (PITT,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3 · Wang &amp; Gao — probing the LM side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3D scene geometry present in the LM's hidden states?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SynSpat3D — 1,000 fully synthetic scenes with exact geometry (5,000 video-question pairs). Synthetic gives exact ground truth and ENABLES controlling priors — it does not eliminate shortcuts automatically (our Act 6 war stories are the proof).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trained probes on MASK-POOLED object tokens (average the visual tokens under each object's mask) at LM decoder layers.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Qwen2.5-VL-7B, InternVL3-8B.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object x/z coordinates, pairwise 3D distance, and — as the control — object SHAPE.</a:t>
            </a:r>
            <a:endParaRPr lang="en-US" sz="1450" dirty="0"/>
          </a:p>
        </p:txBody>
      </p:sp>
      <p:pic>
        <p:nvPicPr>
          <p:cNvPr id="11" name="Image 0" descr="assets/12_pr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286000"/>
            <a:ext cx="5394960" cy="19963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Gao, arXiv:2605.07148. Paper Fig.2 (pipeline): arxiv.org/html/2605.07148v1/x2.png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WANG &amp; GAO (PITT,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Gao — the numbers</a:t>
            </a:r>
            <a:endParaRPr lang="en-US" sz="3000" dirty="0"/>
          </a:p>
        </p:txBody>
      </p:sp>
      <p:pic>
        <p:nvPicPr>
          <p:cNvPr id="10" name="Image 0" descr="assets/24_wg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971" y="1554480"/>
            <a:ext cx="8009738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39496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classification under their probe protocol: 1.00. Metric geometry: barely LINEARLY recoverable — under their pooling, sites and protocol (x is WORSE than predicting the mean). The z≈0.28 they themselves discount as a size-shortcut suspect.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arXiv:2605.07148, App. B (Qwen2.5-VL-7B, L17): x R²=−0.09±0.01, z R²=+0.28±0.02, distance RSA ρ=+0.01±0.01, shape acc=1.00. ⚠ their Fig.4 prints '+0.09' for x; the appendix confirms negative.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WANG &amp; GAO (PITT,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Gao — what survives, what's open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detectable: relative-neighborhood structure.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projecting out the identity/semantic subspace, a relative-neighborhood structure is statistically detectable at middle layers under their analysis (Dirichlet energy vs a 1,000-permutation null) — detectable-under-this-analysis, not 'the model keeps a topology it uses'.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topology-inspired regularizer improves downstream performance: Dirichlet-energy LoRA, 500 steps, transfers zero-shot (+6.3 VSI-Bench, +7.0 MindCube on Qwen vs naive LoRA) — improvement, not proof that the detected structure is the causal mediator.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open — three things we take: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metric-vs-topology never dissociated (rank order recovered, faithful distance never tested) · only LM layers probed — encoder and projector untouched · steering shown only on the PROBE readout (90% sign-correct), never on the verbalized answer.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arXiv:2605.07148 — Fig.7 (Dirichlet), Table 1 (LoRA), App. C (54/60=90.0% sign-correct; v⊥ 48.3%≈chance).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ILL-POSED BY DESIGN (2026)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4 · Ill-Posed by Design — the output endpoint</a:t>
            </a:r>
            <a:endParaRPr lang="en-US" sz="3000" dirty="0"/>
          </a:p>
        </p:txBody>
      </p:sp>
      <p:pic>
        <p:nvPicPr>
          <p:cNvPr id="10" name="Image 0" descr="assets/25_illpo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11155680" cy="41086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arXiv:2606.24335 — Metric VQA: 10,813 queries; 331 tape-measured in-the-wild queries / 70 photos; 12 open VLMs (3–397B). Paper Fig.1: arxiv.org/html/2606.24335v1/_page_1_Figure_2.jpeg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ILL-POSED BY DESIGN (2026)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Ill-Posed by Design — the two conclusions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Behaviorally, metric answers are 'category-level priors with selective visual modulation'.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dominates (wrong-object swap hurts 8/12 models, up to −20.3 pp); apparent size is used without a consistent direction (expected ratio 2.33, observed median 1.00 — every model); geometry is nearly untouched (1/12 reacts to lens distortion).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In the tested LoRA setups, training did not demonstrably install geometry.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learns the task (+2 to +12 pp) WITHOUT gaining apparent-size or perspective sensitivity — consistent with sharpened priors rather than new measurement (their setups; not a law about all training).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OUTPUT ENDPOINT: under their perturbations, outputs show weak sensitivity to scene geometry. Together with DepthCues this is an UNRESOLVED CONTRAST — cue information decodable at encoders, weak geometric sensitivity at outputs — and none of the studies reviewed here directly links the two observations. That link is the open question.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arXiv:2606.24335, §6 + LoRA experiments (Qwen2.5-VL-3B +11.6, LLaVA-v1.6 +9.9, Qwen2.5-VL-7B +2.1 pp).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CUI ET AL. (BAU &amp; TORRALBA GROUPS,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5 · Cui et al. — where the ordinal code lives</a:t>
            </a:r>
            <a:endParaRPr lang="en-US" sz="3000" dirty="0"/>
          </a:p>
        </p:txBody>
      </p:sp>
      <p:pic>
        <p:nvPicPr>
          <p:cNvPr id="10" name="Image 0" descr="assets/26_c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907" y="1508760"/>
            <a:ext cx="9016267" cy="4023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et al., arXiv:2603.22278 v2 — COCO-spatial: 2,687 natural images; correction 54.5%/40.2% vs random 13.1%/9.6% (Qwen/Gemma), up to +22 pp; both option orders evaluated. Code/data: spatial.baulab.info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CUI ET AL. (BAU &amp; TORRALBA GROUPS,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et al. — what we adopt, where we differ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into our methodology (their standards are the field's best):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strips/all tokens, not just object-pooled (in their setup, object-only probing underestimated the distributed signal) · evaluate under both option orders · random-direction nulls for any steering.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landmine: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'spatial variable binding' = ordinal ordering-IDs inside the LM. OUR 'binding' = the vision→object-word-token transfer step (Kang's sense). Same word, different mechanisms — we cite them as the ordinal counterpart.</a:t>
            </a:r>
            <a:endParaRPr lang="en-US" sz="14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never measure: anything METRIC, site-wise decomposition (post-projector only), object-word text-token sites, probe-vs-verbalization.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arXiv:2603.22278 v2, §5.2–5.3, App. A.3.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SYNTHESIS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map: a pincer, and a hole</a:t>
            </a:r>
            <a:endParaRPr lang="en-US" sz="3000" dirty="0"/>
          </a:p>
        </p:txBody>
      </p:sp>
      <p:pic>
        <p:nvPicPr>
          <p:cNvPr id="10" name="Image 0" descr="assets/20_ancho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207" y="1463040"/>
            <a:ext cx="9591105" cy="3291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892040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depth-related CUE information is recoverable in vision encoders (DepthCues).  OUT: tested VLM outputs show weak sensitivity to controlled geometric evidence (Ill-Posed).  ⚠ The relationship between those two observations is UNMEASURED — that is the point.  MIDDLE: raw metric weak at LM layers under W&amp;G's protocol; qualitative and ordinal relations have PARTIALLY CHARACTERIZED internal mechanisms (Kang, Cui).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studies reviewed here do not provide a full-chain trace of a controlled continuous depth variable — where it becomes less recoverable, and whether or where it becomes causally unavailable, is unmeasured.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ours. Sources as per previous slides.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TWO LOCALIZATION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two papers motivated opposite localization hypotheses</a:t>
            </a:r>
            <a:endParaRPr lang="en-US" sz="3000" dirty="0"/>
          </a:p>
        </p:txBody>
      </p:sp>
      <p:pic>
        <p:nvPicPr>
          <p:cNvPr id="10" name="Image 0" descr="assets/29_dis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11430000" cy="40344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Deccan AI, arXiv:2605.20448 (May 2026) · Anchored Not Graded, arXiv:2606.06714 (June 2026).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TWO LOCALIZATION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Deccan: a recovery discontinuity at the projector</a:t>
            </a:r>
            <a:endParaRPr lang="en-US" sz="3000" dirty="0"/>
          </a:p>
        </p:txBody>
      </p:sp>
      <p:pic>
        <p:nvPicPr>
          <p:cNvPr id="10" name="Image 0" descr="assets/27_dec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69" y="1508760"/>
            <a:ext cx="9323101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5780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tracing (patching) at 17 sites, occlusion counterfactuals, Qwen3-VL-8B-Thinking, 3,034 human-curated samples: recovery ≈1.0 through the ViT, drops to 0.15–0.30 across the merger/projector, snaps back at LM L0. The snap-back shows clean downstream activations restore behavior under patching — not what remains naturally encoded in the corrupted run. A causal-recovery discontinuity under their protocol, for a CATEGORICAL variable.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arXiv:2605.20448 — §6, Fig.3 (redrawn; original: arxiv.org/html/2605.20448v1/figures/fig_causal_tracing.png). Also: the depth-relevant region receives &lt;5% of visual attention.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TWO LOCALIZATION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Anchored: decodable at LM-input; the LM interior unmeasured</a:t>
            </a:r>
            <a:endParaRPr lang="en-US" sz="3000" dirty="0"/>
          </a:p>
        </p:txBody>
      </p:sp>
      <p:pic>
        <p:nvPicPr>
          <p:cNvPr id="10" name="Image 0" descr="assets/28_ancho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949" y="1508760"/>
            <a:ext cx="8278423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5780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surface slant, factorial synthetic stimuli (10 slant × 10 FOV × 2 curvature), 4 VLMs: slant is decodable at LM-INPUT visual tokens (R² 0.696–0.880) while the verbal answer anchors to a few canned values. THEIR interpretation: a representation-to-output interface failure — but the LM computation itself is unmeasured (their declared future work), so the failure location inside the LM is unresolved.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arXiv:2606.06714 v2 — R² 0.696 (Qwen2.5-VL-3B) / 0.857 (LLaVA-1.5-7B) / 0.880 (PaliGemma-3B); anchoring to 0°, ±25°, ±45°. Right panel: schematic of reported anchoring.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TWO LOCALIZATION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two results do — and do not — establish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measured different things — the results are strictly COMPATIBLE: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Deccan: CATEGORICAL variable (occlusion), PATCHING method, sites through the LM. Anchored: CONTINUOUS variable (slant), PROBING method, stops at LM-input.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neither has: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continuous METRIC variable (depth/distance) · probes at object-word BINDING sites · selection-leak-controlled probing (Part B: mask-pooled probes can read position from the pooling itself) · the full chain in one design.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pose a variable-specific localization question not answered by the studies reviewed here: does controlled continuous DEPTH follow a projector-, binding-, or readout-bottleneck pattern?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ours, from both papers' methods sections (2605.20448 §6; 2606.06714 §4–5).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THE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as a checklist</a:t>
            </a:r>
            <a:endParaRPr lang="en-US" sz="3000" dirty="0"/>
          </a:p>
        </p:txBody>
      </p:sp>
      <p:pic>
        <p:nvPicPr>
          <p:cNvPr id="10" name="Image 0" descr="assets/30_gap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0972800" cy="39326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each paper's methods: 2601.12626 · 2605.07148 · 2605.20448 · 2606.06714. Our row = S1 design (Part B).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OUR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bet: H1 and H2 — and the curve that decides</a:t>
            </a:r>
            <a:endParaRPr lang="en-US" sz="3000" dirty="0"/>
          </a:p>
        </p:txBody>
      </p:sp>
      <p:pic>
        <p:nvPicPr>
          <p:cNvPr id="10" name="Image 0" descr="assets/31_hypothe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606" y="1508760"/>
            <a:ext cx="9220308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07492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WHERE: continuous depth declines at object-word sites (probe-level; the causal half is tested separately). H2a — representational SELECTIVITY of that decline: ordinal survives there while continuous drops (extends H1, not independent of it; difficulty-matched comparison required). H2b — causal selectivity: continuous interventions show weaker object-specific mediation than ordinal ones. One location claim, two selectivity claims layered on it.  Stated as bets — the instrument is fixed, the conclusion is not.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H1/H2: our S1 hypotheses. Curve shapes: left = H1; middle = the pattern 2605.20448 reports (categorical occlusion, patching); right = the pattern 2606.06714 suggests (slant, probes to LM-input only).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Part A — what Part B covers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read this literature: 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machine (5 stages), the phenomenon (qualitative ≫ metric), why benchmarks can't explain it (priors + single-cue reliance), the tools (probe / patch / steer + ladder), and the state of the art (two endpoints, one open localization question).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our experiment: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stimulus battery that decorrelates the cues · the five-stage probing grid with its controls · the war stories (how our own first instrument lied to us, and the position leak we found in the field's method) · current status and timeline.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to take home: how would YOU test whether a model represents something it cannot say?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2026-07-17T07:50:19Z</dcterms:created>
  <dcterms:modified xsi:type="dcterms:W3CDTF">2026-07-17T07:50:19Z</dcterms:modified>
</cp:coreProperties>
</file>